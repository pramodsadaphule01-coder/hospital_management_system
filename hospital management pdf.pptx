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C48587-13BC-4386-B045-93D35C13FFE1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70CE20-5CC9-4DDE-8CD2-13585F8B7E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4837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2DC92-6B36-3355-E4AF-6C9A666B3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51F8D2-1440-41CA-C12E-CE9F1992E2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F40DEE-F9AD-4AF6-53D1-F3D5202736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EF1D0-CF11-E037-8EEB-7510E04F72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70CE20-5CC9-4DDE-8CD2-13585F8B7EDD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52424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70CE20-5CC9-4DDE-8CD2-13585F8B7EDD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611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1F690-538A-E649-0C58-124E37298C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9640C0-0C29-49BE-7337-F2ACF32C26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76FA1-1F99-1506-7241-E9CCDEB1D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45360-3B60-4DB5-A9CB-DF127A0C5BD7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2A0E4D-FC33-BD31-674E-F1FF0DF57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481FF-6874-AFDA-DEA3-0E20ED7CE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4D562-6C10-4B56-9F4B-8CB4064F9C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4238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7B507-1475-708C-AB0C-ACB5C5703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4A0AF-91E8-5006-A293-28AF7A1F18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32A537-D0D2-DB93-62E2-16DF24993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45360-3B60-4DB5-A9CB-DF127A0C5BD7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1FB17C-B38E-0762-FB41-E3474AEF3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3A00D-D410-0BC1-DCDD-7E2AD8756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4D562-6C10-4B56-9F4B-8CB4064F9C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3049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99231-5486-D922-A914-61DE73B3E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948A18-4763-EBFB-8CF0-E78ABCDCD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ACE44-9FFA-82E5-806C-7BE45015E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45360-3B60-4DB5-A9CB-DF127A0C5BD7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ECBCB-39BC-2737-A232-93C014ED9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E8523-4245-979C-26BF-3A8F17C27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4D562-6C10-4B56-9F4B-8CB4064F9C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4240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DED19-AD50-D366-6700-82397AC4F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27853-77DE-48CA-385B-C70EACDA6A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AB6758-A4F4-7BD2-0AAC-A582D748A6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486A76-0004-B429-9E1A-7A739575D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45360-3B60-4DB5-A9CB-DF127A0C5BD7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08516-F10E-ABF4-6C81-F8DAF3552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6558A0-1A91-0BA6-C93F-1DB2DEDA2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4D562-6C10-4B56-9F4B-8CB4064F9C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4483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72EE7-35A9-5197-0D78-8903AF48B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39BD95-E12B-D067-B98E-FA64AD1196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B12780-04BA-E480-303F-6733021FF0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5FB5CE-5E5B-008F-84D1-2FD5A995EC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4F38D5-2E61-5348-DD65-57845FF18E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25F320-3A13-6978-4631-09ADE1D36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45360-3B60-4DB5-A9CB-DF127A0C5BD7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9B6B8C-BD13-4898-2EF0-009DB25C1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6DFF08-E940-2FE1-E275-2C9ECAD9D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4D562-6C10-4B56-9F4B-8CB4064F9C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3006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605A5-97E7-3F1A-BA5E-75E39F41D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316F-3CA2-FBB4-6571-6B1B7413B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45360-3B60-4DB5-A9CB-DF127A0C5BD7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AA139C-41DD-5C5F-B718-5248A8441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871BAD-5A5B-5AC8-6AB5-A3FCA210E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4D562-6C10-4B56-9F4B-8CB4064F9C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914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EC3CD6-7B88-9A9C-EC8C-C74EF1505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45360-3B60-4DB5-A9CB-DF127A0C5BD7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571511-9726-A020-6BAF-0489E9F8F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4831AC-962A-F0D3-30AB-5F15277B6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4D562-6C10-4B56-9F4B-8CB4064F9C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035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E18C9-32E3-53BF-F4B3-9E6D34F4B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C0DFA-3B6D-E0C4-BAA7-B65A2BE22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B43AC9-FCA5-7D53-68A2-68D1F02D09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ED4F1E-4205-9B44-F811-797AC717A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45360-3B60-4DB5-A9CB-DF127A0C5BD7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12C1B1-C86A-8756-160C-B81727432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EA0837-ECD2-5EE7-31EC-A3C37E070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4D562-6C10-4B56-9F4B-8CB4064F9C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9671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A1C52-11EA-CB00-3C01-AC7522D9B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176ED4-ED0C-10D4-3434-3CB701CA0D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32B8D6-4AD6-35A8-E4FC-35DBE48BF8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145AC4-15A5-ADA1-46FA-8BA279C90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45360-3B60-4DB5-A9CB-DF127A0C5BD7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A1074C-E1FB-3BD1-D215-EDEECBF49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7559F4-089C-07A6-8AEC-06AEFEFAC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4D562-6C10-4B56-9F4B-8CB4064F9C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309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40CCA-0895-AE48-EE07-CCDCD581C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4C6C87-4F2E-173D-9180-06F2948945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C32B2-F8F0-516D-FCD1-7E1CCF146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45360-3B60-4DB5-A9CB-DF127A0C5BD7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9A8859-876C-E2F7-248B-3DFCF8ABF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706C8F-0AEA-0C9C-1330-4C1C00072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4D562-6C10-4B56-9F4B-8CB4064F9C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7167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18D23F-DF46-ED00-F913-BBAD844FC5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C28A34-88D7-E24F-7549-806C73D83D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6D4415-DBE8-5CF7-60DD-40ECE9D4E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45360-3B60-4DB5-A9CB-DF127A0C5BD7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17F27-B9FD-0AAE-6B82-1FCE02B66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F7653D-AB48-CF57-1D7B-1C4FCBAF2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4D562-6C10-4B56-9F4B-8CB4064F9C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2811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7BEFCA-1391-64E4-EE59-A4C7566B5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363017-6D37-182C-AF20-134F6BBA7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0BDC1-88AB-81DF-4272-22A5C47B6C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345360-3B60-4DB5-A9CB-DF127A0C5BD7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E954F-7337-D1F2-1E25-CD6C249372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21B8B-D9E8-EC56-C1B7-4150607E0F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94D562-6C10-4B56-9F4B-8CB4064F9C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6473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8BDD9-C0E4-E53C-3F34-7B9B4E50F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B994F12-BAE5-64B7-3259-D90C1616DB3C}"/>
              </a:ext>
            </a:extLst>
          </p:cNvPr>
          <p:cNvSpPr txBox="1"/>
          <p:nvPr/>
        </p:nvSpPr>
        <p:spPr>
          <a:xfrm>
            <a:off x="3554186" y="414872"/>
            <a:ext cx="5083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Algerian" panose="04020705040A02060702" pitchFamily="82" charset="0"/>
              </a:rPr>
              <a:t>PROJECT : HOSPITAL MANAGEMENT SYSTEM</a:t>
            </a:r>
            <a:r>
              <a:rPr lang="en-US" dirty="0">
                <a:highlight>
                  <a:srgbClr val="FFFF00"/>
                </a:highlight>
              </a:rPr>
              <a:t> </a:t>
            </a:r>
            <a:endParaRPr lang="en-IN" dirty="0">
              <a:highlight>
                <a:srgbClr val="FFFF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CCF250-FE9E-11F3-BD25-93AE0C62EB6B}"/>
              </a:ext>
            </a:extLst>
          </p:cNvPr>
          <p:cNvSpPr txBox="1"/>
          <p:nvPr/>
        </p:nvSpPr>
        <p:spPr>
          <a:xfrm>
            <a:off x="4005943" y="784204"/>
            <a:ext cx="4180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Algerian" panose="04020705040A02060702" pitchFamily="82" charset="0"/>
              </a:rPr>
              <a:t>PROJECT BY : PRAMOD SADAPHULE</a:t>
            </a:r>
            <a:endParaRPr lang="en-IN" dirty="0">
              <a:highlight>
                <a:srgbClr val="FFFF00"/>
              </a:highlight>
              <a:latin typeface="Algerian" panose="04020705040A02060702" pitchFamily="8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35C15E-F62F-EB5E-8D0F-736C06DF8184}"/>
              </a:ext>
            </a:extLst>
          </p:cNvPr>
          <p:cNvSpPr txBox="1"/>
          <p:nvPr/>
        </p:nvSpPr>
        <p:spPr>
          <a:xfrm>
            <a:off x="555170" y="1659945"/>
            <a:ext cx="10885715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Hospital Management System (HMS) – </a:t>
            </a:r>
          </a:p>
          <a:p>
            <a:r>
              <a:rPr lang="en-US" dirty="0"/>
              <a:t>A </a:t>
            </a:r>
            <a:r>
              <a:rPr lang="en-US" b="1" dirty="0"/>
              <a:t>Hospital Management System</a:t>
            </a:r>
            <a:r>
              <a:rPr lang="en-US" dirty="0"/>
              <a:t> is software designed to manage all the operations of a hospital efficiently. It helps in handling </a:t>
            </a:r>
            <a:r>
              <a:rPr lang="en-US" b="1" dirty="0"/>
              <a:t>patient details, doctor information, appointments, billing, and medical records</a:t>
            </a:r>
            <a:r>
              <a:rPr lang="en-US" dirty="0"/>
              <a:t> in a systematic way. </a:t>
            </a:r>
          </a:p>
          <a:p>
            <a:r>
              <a:rPr lang="en-US" b="1" dirty="0"/>
              <a:t>Key Functions:</a:t>
            </a:r>
            <a:endParaRPr lang="en-US" dirty="0"/>
          </a:p>
          <a:p>
            <a:r>
              <a:rPr lang="en-US" dirty="0"/>
              <a:t>Patient registration and record management</a:t>
            </a:r>
          </a:p>
          <a:p>
            <a:r>
              <a:rPr lang="en-US" dirty="0"/>
              <a:t>Appointment scheduling</a:t>
            </a:r>
          </a:p>
          <a:p>
            <a:r>
              <a:rPr lang="en-US" dirty="0"/>
              <a:t>Doctor and staff management</a:t>
            </a:r>
          </a:p>
          <a:p>
            <a:r>
              <a:rPr lang="en-US" dirty="0"/>
              <a:t>Pharmacy and laboratory management</a:t>
            </a:r>
          </a:p>
          <a:p>
            <a:r>
              <a:rPr lang="en-US" dirty="0"/>
              <a:t>Billing and payment handling</a:t>
            </a:r>
          </a:p>
          <a:p>
            <a:r>
              <a:rPr lang="en-US" dirty="0"/>
              <a:t>Report generation and data analysis</a:t>
            </a:r>
          </a:p>
          <a:p>
            <a:r>
              <a:rPr lang="en-US" b="1" dirty="0"/>
              <a:t>Advantages:</a:t>
            </a:r>
            <a:endParaRPr lang="en-US" dirty="0"/>
          </a:p>
          <a:p>
            <a:r>
              <a:rPr lang="en-US" dirty="0"/>
              <a:t>Saves time and reduces errors</a:t>
            </a:r>
          </a:p>
          <a:p>
            <a:r>
              <a:rPr lang="en-US" dirty="0"/>
              <a:t>Provides quick access to patient data</a:t>
            </a:r>
          </a:p>
          <a:p>
            <a:r>
              <a:rPr lang="en-US" dirty="0"/>
              <a:t>Improves hospital efficiency</a:t>
            </a:r>
          </a:p>
          <a:p>
            <a:r>
              <a:rPr lang="en-US" dirty="0"/>
              <a:t>Enhances coordination among departments</a:t>
            </a:r>
          </a:p>
          <a:p>
            <a:r>
              <a:rPr lang="en-US" b="1" dirty="0"/>
              <a:t>Conclusion:</a:t>
            </a:r>
            <a:br>
              <a:rPr lang="en-US" dirty="0"/>
            </a:br>
            <a:r>
              <a:rPr lang="en-US" dirty="0"/>
              <a:t>The Hospital Management System plays an essential role in modern healthcare by </a:t>
            </a:r>
            <a:r>
              <a:rPr lang="en-US" b="1" dirty="0"/>
              <a:t>digitizing hospital </a:t>
            </a:r>
            <a:r>
              <a:rPr lang="en-US" dirty="0"/>
              <a:t> and ensuring </a:t>
            </a:r>
            <a:r>
              <a:rPr lang="en-US" b="1" dirty="0"/>
              <a:t>accurate, fast, and reliable management</a:t>
            </a:r>
            <a:r>
              <a:rPr lang="en-US" dirty="0"/>
              <a:t> of all hospital activities.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29A963-3EFD-8CC1-4E1F-2341F6F4C53E}"/>
              </a:ext>
            </a:extLst>
          </p:cNvPr>
          <p:cNvSpPr txBox="1"/>
          <p:nvPr/>
        </p:nvSpPr>
        <p:spPr>
          <a:xfrm>
            <a:off x="4373335" y="1153536"/>
            <a:ext cx="3445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pramodsadaphule01@gmail.com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44146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900EC61-1B66-0FB9-E73F-45690E55B9A4}"/>
              </a:ext>
            </a:extLst>
          </p:cNvPr>
          <p:cNvSpPr txBox="1"/>
          <p:nvPr/>
        </p:nvSpPr>
        <p:spPr>
          <a:xfrm>
            <a:off x="533402" y="544285"/>
            <a:ext cx="371202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This database contains 7 tables:</a:t>
            </a:r>
          </a:p>
          <a:p>
            <a:r>
              <a:rPr lang="en-US" dirty="0"/>
              <a:t>1.  Physician</a:t>
            </a:r>
          </a:p>
          <a:p>
            <a:pPr marL="342900" indent="-342900">
              <a:buAutoNum type="arabicPeriod" startAt="2"/>
            </a:pPr>
            <a:r>
              <a:rPr lang="en-US" dirty="0"/>
              <a:t>Affiliated with</a:t>
            </a:r>
          </a:p>
          <a:p>
            <a:pPr marL="342900" indent="-342900">
              <a:buAutoNum type="arabicPeriod" startAt="2"/>
            </a:pPr>
            <a:r>
              <a:rPr lang="en-US" dirty="0"/>
              <a:t>Department</a:t>
            </a:r>
          </a:p>
          <a:p>
            <a:pPr marL="342900" indent="-342900">
              <a:buAutoNum type="arabicPeriod" startAt="2"/>
            </a:pPr>
            <a:r>
              <a:rPr lang="en-US" dirty="0"/>
              <a:t>Nurse</a:t>
            </a:r>
          </a:p>
          <a:p>
            <a:pPr marL="342900" indent="-342900">
              <a:buAutoNum type="arabicPeriod" startAt="2"/>
            </a:pPr>
            <a:r>
              <a:rPr lang="en-US" dirty="0"/>
              <a:t>Patient</a:t>
            </a:r>
          </a:p>
          <a:p>
            <a:pPr marL="342900" indent="-342900">
              <a:buAutoNum type="arabicPeriod" startAt="2"/>
            </a:pPr>
            <a:r>
              <a:rPr lang="en-US" dirty="0"/>
              <a:t>Patient Diagnosis</a:t>
            </a:r>
          </a:p>
          <a:p>
            <a:pPr marL="342900" indent="-342900">
              <a:buAutoNum type="arabicPeriod" startAt="2"/>
            </a:pPr>
            <a:r>
              <a:rPr lang="en-US" dirty="0"/>
              <a:t>Procedures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F682B05-219B-B17B-097A-3A95177D4F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830" y="848059"/>
            <a:ext cx="7626712" cy="5585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2537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158</Words>
  <Application>Microsoft Office PowerPoint</Application>
  <PresentationFormat>Widescreen</PresentationFormat>
  <Paragraphs>29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Algerian</vt:lpstr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pramod sadaphule</dc:creator>
  <cp:lastModifiedBy>pramod sadaphule</cp:lastModifiedBy>
  <cp:revision>1</cp:revision>
  <dcterms:created xsi:type="dcterms:W3CDTF">2025-11-12T17:34:58Z</dcterms:created>
  <dcterms:modified xsi:type="dcterms:W3CDTF">2025-11-12T17:56:12Z</dcterms:modified>
</cp:coreProperties>
</file>